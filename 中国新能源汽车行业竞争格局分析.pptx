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中国新能源汽车行业竞争格局分析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主要玩家市占率 · 差异化策略 · 护城河评估 · 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【市场格局】"一超多强"格局稳固，BYD以34.1%市占率遥遥领先，CR3达48%</a:t>
            </a:r>
          </a:p>
          <a:p/>
          <a:p>
            <a:pPr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【竞争分层】Tier 1: BYD绝对龙头 | Tier 2: Geely/Tesla/五菱 | Tier 3: 新势力分化</a:t>
            </a:r>
          </a:p>
          <a:p/>
          <a:p>
            <a:pPr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【差异化策略】技术路线分化：纯电vs增程；智能化成为核心战场</a:t>
            </a:r>
          </a:p>
          <a:p/>
          <a:p>
            <a:pPr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【护城河评估】BYD垂直整合最强，Tesla技术+品牌双驱动，新势力各有特色</a:t>
            </a:r>
          </a:p>
          <a:p/>
          <a:p>
            <a:pPr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【未来展望】2025-2027年集中度将进一步提升，智能化成为决胜关键</a:t>
            </a:r>
          </a:p>
          <a:p/>
          <a:p>
            <a:pPr>
              <a:spcBef>
                <a:spcPts val="1600"/>
              </a:spcBef>
              <a:defRPr sz="1600">
                <a:solidFill>
                  <a:srgbClr val="333333"/>
                </a:solidFill>
              </a:defRPr>
            </a:pPr>
            <a:r>
              <a:t>【投资启示】短期关注盈利能力，中期关注智能化进展，长期看好出海布局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市场规模：NEV正式超越燃油车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关键数据：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2024年NEV销量：1,088万辆（同比+35%）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NEV渗透率：&gt;50%（首次超越燃油车）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预计2025-2027年CAGR：5-8%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BYD市占率：34.1%（遥遥领先）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数据来源：CPCA中国汽车流通协会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2024年主要玩家市占率排名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2024年TOP 11品牌市占率：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1. BYD        34.1%  |  销量427万辆  |  +41%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2. Geely       7.9%  |  销量86万辆   |  +45%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3. Tesla       6.0%  |  销量66万辆   |  -3%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4. 五菱        5.9%  |  销量65万辆   |  -5%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5. 长安        5.2%  |  销量57万辆   |  +38%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6. 理想        4.6%  |  销量50万辆   |  +33%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7. 问界(AITO)  3.8%  |  销量41万辆   |  +182%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8. 零跑        3.6%  |  销量39万辆   |  +104%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9. 埃安        3.4%  |  销量37万辆   |  -21%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10. 小鹏       3.1%  |  销量34万辆   |  +34%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11. 蔚来       2.8%  |  销量31万辆   |  +39%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竞争格局分层："一超多强"态势明显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Tier 1 绝对龙头：BYD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市占率34.1%，销量427万辆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全价格带覆盖（8万-80万）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Tier 2 传统+外资：Geely/Tesla/五菱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市占率5-8%区间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多品牌/纯电标杆/极致性价比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Tier 3 新势力：理想/问界/零跑/小鹏/蔚来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市占率2-5%，快速分化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各有差异化定位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差异化策略矩阵：技术路线分化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技术路线分化：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BYD    | 纯电+插混并重 | 自研芯片+DiLink   | 大众市场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Tesla  | 纯电          | 纯视觉FSD        | 科技先锋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理想   | 增程为主      | 家庭智能座舱     | 家庭用户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问界   | 增程+纯电     | 华为ADS 3.0      | 商务/科技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小鹏   | 纯电          | 城市NGP领航      | 年轻科技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蔚来   | 纯电+换电     | NOMI+NOP         | 高端商务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零跑   | 纯电+增程     | 自研芯片降本     | 性价比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商业模式差异化：四大流派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四大商业模式流派：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【垂直整合派】BYD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自研自产电池/电机/电控/芯片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成本优势：较竞品低15-20%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【生态赋能派】问界/华为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华为提供智驾+座舱+渠道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轻资产运营，快速起量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【用户运营派】蔚来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换电网络(3400+座)+用户社区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高NPS、高复购率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【极致效率派】零跑/理想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聚焦爆款单品+平台化开发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低SKU、高周转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护城河深度评估框架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五大护城河维度：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1. 规模经济：成本曲线优势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• 产能利用率/采购议价权/制造效率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2. 技术壁垒：自研核心能力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• 电池技术/智能驾驶/芯片电控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3. 品牌溢价：定价权与用户忠诚度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• 品牌认知度/NPS/定价能力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4. 渠道网络：触达与服务覆盖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• 销售网点/下沉覆盖/服务便利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5. 生态系统：软硬一体化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• 软件服务/充电换电/数据闭环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主要玩家护城河评级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护城河评级（●●●强 ●●○中 ●○○弱）：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品牌    规模经济  技术壁垒  品牌溢价  渠道网络  生态系统  综合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BYD      ●●●      ●●●      ●●○      ●●●      ●●○      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Tesla    ●●○      ●●●      ●●●      ●●○      ●●●      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理想     ●●○      ●●○      ●●●      ●●○      ●●○      中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问界     ●●○      ●●●      ●●○      ●●○      ●●○      中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小鹏     ●○○      ●●●      ●○○      ●○○      ●●○      中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蔚来     ●○○      ●●○      ●●○      ●○○      ●●●      中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零跑     ●○○      ●●○      ●○○      ●●○      ●○○     弱-中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护城河详解：BYD vs 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【BYD：垂直整合之王】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优势：刀片电池技术领先/自研芯片/成本优势15-20%/全价格带覆盖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风险：品牌向上难/智能化落后/海外扩张挑战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【Tesla：技术+品牌双驱动】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优势：FSD技术领先/品牌溢价20%+/超充网络/制造创新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风险：产品迭代放缓/中国本土化不足/价格战压力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护城河详解：新势力分化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新势力护城河分化：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【理想】家庭场景定义者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优势：增程家庭SUV定位/毛利率20%+/已盈利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风险：纯电转型压力/依赖单一细分市场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【问界】华为生态加持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优势：华为ADS智驾领先/渠道覆盖/品牌背书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风险：过度依赖华为/品牌独立性弱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【小鹏】智能驾驶标签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优势：XNGP城市领航/技术人才密度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风险：品牌定位模糊/盈利压力大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【蔚来】用户运营标杆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优势：换电网络(3400+座)/用户社区/高端品牌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风险：重资产模式/持续亏损/资金压力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未来3年核心趋势预判（2025-2027）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2025-2027年核心趋势：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趋势一：价格战趋缓，价值战开启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2024-2025年价格战触底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2025H2转向智能化/服务差异化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趋势二：智能化成为核心战场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城市NOA成为标配（2025年底）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端到端大模型重塑智驾格局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趋势三：市场集中度提升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CR3从48%提升至55%+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尾部品牌加速出清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趋势四：出海成为第二增长曲线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2025年出口占比预计达20%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欧洲、东南亚、拉美为重点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2027年市占率预测与情景分析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2027年市占率预测：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品牌      2024市占率    2027预测      趋势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BYD        34.1%       28-32%        ↓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Tesla       6.0%        5-7%         ↓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理想        4.6%        4-6%          →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问界        3.8%        4-6%          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零跑        3.6%        4-5%          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小鹏        3.1%        3-4%          →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蔚来        2.8%        2-3%          ↓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情景概率：基准50% | 乐观25% | 悲观25%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竞争格局总结与投资启示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竞争格局总结与投资启示：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【格局总结】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BYD：短期无忧，长期需关注智能化与品牌向上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Tesla：技术护城河仍在，但中国市场挑战加剧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新势力：理想最稳健，问界增速最快，零跑黑马潜力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行业：从"拼规模"进入"拼效率+拼技术"阶段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【投资启示】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短期 → 关注盈利能力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中期 → 关注智能化进展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长期 → 看好出海布局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风险提示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主要风险因素：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【技术风险】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智能驾驶技术迭代不及预期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电池技术路线变化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芯片供应受限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【市场风险】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宏观经济下行影响消费需求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价格战持续导致行业性亏损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【国际风险】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国际贸易摩擦升级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关税壁垒增加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地缘政治影响出海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【竞争风险】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新进入者颠覆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技术路线押注错误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⚠️ 免责声明：本分析仅供参考和学习，不构成投资建议。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